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4"/>
    <p:restoredTop sz="94715"/>
  </p:normalViewPr>
  <p:slideViewPr>
    <p:cSldViewPr snapToGrid="0">
      <p:cViewPr varScale="1">
        <p:scale>
          <a:sx n="120" d="100"/>
          <a:sy n="120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F34F-CD95-CDA6-425E-D7BB61827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192E2-04EF-5957-0A27-85ED15FA4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D5799-B263-4AB0-1C67-1A04DB6D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8F43C-A8A2-B125-59DC-67BA0078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A5D67-34A5-4381-2A78-3DC62504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1419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0702-BC21-A78D-6400-66DA0C98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5A3A6-6D96-235F-7DE8-11CA42106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2FB74-28C0-F7A8-09E5-27CED6DE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24EA-DFA4-7B78-5D53-816EBB10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639CE-0925-4E43-F0DE-7A826B10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6799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0605-66B9-F82E-2C6D-F2922A30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91E9A-F99B-5814-22BF-CFA520024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93F7-437D-5BA8-9486-9BBFDE6A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1DBC9-16C7-DD71-9AA6-1A2A7421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705D-4845-8C57-0C1D-291176EA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391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C3F9-C4A5-FD74-25F6-42872094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41062-9235-4066-F770-B96169EE7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83470-65DC-F0AF-7917-3AA3FBB6E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69ECE-8A0E-8FCE-86B2-45971AC7F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B63B6-2DCE-D0B7-D372-A1166054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F3E06-4F40-9DB2-F5D9-C0FD242E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593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DBC7-D706-66BC-4DC5-57E3CF70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EEF20-CCA1-4F5C-54EB-44C7CCC9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AF392-8035-2E8B-EC8E-62F96B159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F8BE3-6C72-FFE2-B59D-09D56FAE4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174DB-56B2-AE6A-9404-A9D9FD608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0B1258-AF2F-D403-0DA8-431120D3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CC8803-1E78-C289-9120-B6A12C07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AD075-38F5-0521-388B-186E416C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7784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1C13-7933-6928-9E91-87412AE6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6F933-C735-5731-04D1-B0E61803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3A26C-E30F-2E94-9D34-81058B85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554D8-38AF-4283-964B-D0AA6778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8544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DE8B3-99AE-4759-E0C8-6352CCD6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0316A-6EF2-B2E1-B8A9-D6EB638B7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B268A-8DA7-8271-97EA-D2820D73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6351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E98B-5835-6FE1-D19F-C8FA18FB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E5B5-3C17-056D-E00D-FCECEB09E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58534-DFE8-6072-241B-80653999C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62125-FFD9-50FB-2CED-EDB159EC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02B39-F7B5-7F9E-5EAF-5ECC266D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9BB10-F729-52B7-3B48-63D92629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0820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8FF3-6C32-B0BD-5849-6FFE1A93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C0A66-135B-C4CD-5A06-6FF55092A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B4D09-A8F9-FC76-79C9-AE2E405D0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4162-C58D-E6A1-C2C8-82E86EE1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EB978-B31D-26BF-6001-8E0ED40B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7607B-1D53-2586-D30A-BE8B6857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1593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B1CC-CD0A-9EA4-D9CD-B70E2054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90228-03DA-9795-92CB-A3F8B5429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08135-5E57-EDD9-E789-80E6B195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705AD-9BEF-B860-A078-01148BD6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80974-9244-0946-3EB0-108E5394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9557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47A20-2712-8F94-5C2D-8F2FDE2DF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E5999-3C55-7B69-31B1-B2CBFEC58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BB440-B943-CD1D-C5CF-72E4AD51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C251-919F-1117-F561-8CED29B2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B85C-7201-B2BA-CEE7-0BD4A49B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541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A7453-9B57-C092-7276-62B83724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E8A7B-53E4-39C9-1178-487CB49C8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5228A-72B9-3038-89B0-28CB9A3C0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1E15D-8A06-794C-8E76-2305BF74C31C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ACE2-C14B-952D-F510-028D8170E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E3CEB-2F6A-DD05-9032-F4A14913A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294AF-BD75-9048-8ACF-10D9ACB3EE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0884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12B7-056D-8A74-62EA-0B163F24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4: Slides</a:t>
            </a:r>
            <a:b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YT video where I present</a:t>
            </a:r>
            <a:endParaRPr lang="en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3B75-00E9-E871-8082-67CBAC894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youtu.be</a:t>
            </a:r>
            <a:r>
              <a:rPr lang="en-GB" dirty="0"/>
              <a:t>/il0ww3Jl6FI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08258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AE8DA-9CD2-07EC-BC6A-9CC30CF40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0634" y="-287283"/>
            <a:ext cx="9144000" cy="2387600"/>
          </a:xfrm>
        </p:spPr>
        <p:txBody>
          <a:bodyPr/>
          <a:lstStyle/>
          <a:p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air fryer recipes simpler?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E1E8F-94B4-2C38-A745-C2844307372B}"/>
              </a:ext>
            </a:extLst>
          </p:cNvPr>
          <p:cNvSpPr txBox="1"/>
          <p:nvPr/>
        </p:nvSpPr>
        <p:spPr>
          <a:xfrm>
            <a:off x="630620" y="2333296"/>
            <a:ext cx="109307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spend less time in the kitchen nowadays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(Scanlon, 2004; Wolfson et al., 2016)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affect is amplified by new kitchen technology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(Palmer, 2018)</a:t>
            </a:r>
            <a:r>
              <a:rPr lang="en-DK" dirty="0">
                <a:effectLst/>
              </a:rPr>
              <a:t> </a:t>
            </a:r>
            <a:r>
              <a:rPr lang="en-DK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more cocise language nowadays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(Joshi, 2014)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dirty="0">
              <a:effectLst/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9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5EAD-7479-EB4F-FD9E-A6B4AB32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models</a:t>
            </a:r>
            <a:endParaRPr lang="en-DK" dirty="0"/>
          </a:p>
        </p:txBody>
      </p:sp>
      <p:pic>
        <p:nvPicPr>
          <p:cNvPr id="5" name="Content Placeholder 4" descr="A close-up of a list of words&#10;&#10;Description automatically generated">
            <a:extLst>
              <a:ext uri="{FF2B5EF4-FFF2-40B4-BE49-F238E27FC236}">
                <a16:creationId xmlns:a16="http://schemas.microsoft.com/office/drawing/2014/main" id="{2F536CE3-02A6-8A4B-9525-B686B894C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03449"/>
            <a:ext cx="11931602" cy="3062233"/>
          </a:xfrm>
        </p:spPr>
      </p:pic>
    </p:spTree>
    <p:extLst>
      <p:ext uri="{BB962C8B-B14F-4D97-AF65-F5344CB8AC3E}">
        <p14:creationId xmlns:p14="http://schemas.microsoft.com/office/powerpoint/2010/main" val="18097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B038-00B8-E1B9-712E-784B7BD4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plots</a:t>
            </a:r>
            <a:endParaRPr lang="en-D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CAEE46-5966-56F9-D624-AF7B69B84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00" y="1886744"/>
            <a:ext cx="70612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509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685D-4F23-C475-64C0-9BAF3BD1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plots</a:t>
            </a:r>
            <a:endParaRPr lang="en-DK" dirty="0"/>
          </a:p>
        </p:txBody>
      </p:sp>
      <p:pic>
        <p:nvPicPr>
          <p:cNvPr id="4" name="Content Placeholder 3" descr="A graph with orange and purple dots&#10;&#10;Description automatically generated">
            <a:extLst>
              <a:ext uri="{FF2B5EF4-FFF2-40B4-BE49-F238E27FC236}">
                <a16:creationId xmlns:a16="http://schemas.microsoft.com/office/drawing/2014/main" id="{7D779244-830A-72B6-9FFC-9354A8E7D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0" y="1867694"/>
            <a:ext cx="70866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5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74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Assignment 4: Slides Link to YT video where I present</vt:lpstr>
      <vt:lpstr>Are air fryer recipes simpler?</vt:lpstr>
      <vt:lpstr>My models</vt:lpstr>
      <vt:lpstr>My plots</vt:lpstr>
      <vt:lpstr>My plots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Scharf-Matthiesen</dc:creator>
  <cp:lastModifiedBy>Sofia Scharf-Matthiesen</cp:lastModifiedBy>
  <cp:revision>3</cp:revision>
  <dcterms:created xsi:type="dcterms:W3CDTF">2026-01-08T13:00:22Z</dcterms:created>
  <dcterms:modified xsi:type="dcterms:W3CDTF">2026-01-08T13:29:37Z</dcterms:modified>
</cp:coreProperties>
</file>